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67" r:id="rId2"/>
    <p:sldId id="273" r:id="rId3"/>
    <p:sldId id="264" r:id="rId4"/>
    <p:sldId id="256" r:id="rId5"/>
    <p:sldId id="258" r:id="rId6"/>
    <p:sldId id="263" r:id="rId7"/>
    <p:sldId id="261" r:id="rId8"/>
    <p:sldId id="270" r:id="rId9"/>
    <p:sldId id="275" r:id="rId10"/>
    <p:sldId id="262" r:id="rId11"/>
    <p:sldId id="265" r:id="rId12"/>
    <p:sldId id="27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43"/>
    <p:restoredTop sz="86474"/>
  </p:normalViewPr>
  <p:slideViewPr>
    <p:cSldViewPr snapToGrid="0" snapToObjects="1">
      <p:cViewPr varScale="1">
        <p:scale>
          <a:sx n="93" d="100"/>
          <a:sy n="93" d="100"/>
        </p:scale>
        <p:origin x="216" y="296"/>
      </p:cViewPr>
      <p:guideLst/>
    </p:cSldViewPr>
  </p:slideViewPr>
  <p:outlineViewPr>
    <p:cViewPr>
      <p:scale>
        <a:sx n="33" d="100"/>
        <a:sy n="33" d="100"/>
      </p:scale>
      <p:origin x="0" y="-976"/>
    </p:cViewPr>
    <p:sldLst>
      <p:sld r:id="rId1"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2A6255-51E9-704F-81AF-14EEA19EC88D}" type="datetimeFigureOut">
              <a:rPr lang="en-US" smtClean="0"/>
              <a:t>3/13/21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0011C7-8479-4C4B-93FB-AE97F8BF9842}" type="slidenum">
              <a:rPr lang="en-US" smtClean="0"/>
              <a:t>‹#›</a:t>
            </a:fld>
            <a:endParaRPr lang="en-US"/>
          </a:p>
        </p:txBody>
      </p:sp>
    </p:spTree>
    <p:extLst>
      <p:ext uri="{BB962C8B-B14F-4D97-AF65-F5344CB8AC3E}">
        <p14:creationId xmlns:p14="http://schemas.microsoft.com/office/powerpoint/2010/main" val="2193721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0011C7-8479-4C4B-93FB-AE97F8BF9842}" type="slidenum">
              <a:rPr lang="en-US" smtClean="0"/>
              <a:t>1</a:t>
            </a:fld>
            <a:endParaRPr lang="en-US"/>
          </a:p>
        </p:txBody>
      </p:sp>
    </p:spTree>
    <p:extLst>
      <p:ext uri="{BB962C8B-B14F-4D97-AF65-F5344CB8AC3E}">
        <p14:creationId xmlns:p14="http://schemas.microsoft.com/office/powerpoint/2010/main" val="479082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0011C7-8479-4C4B-93FB-AE97F8BF9842}" type="slidenum">
              <a:rPr lang="en-US" smtClean="0"/>
              <a:t>2</a:t>
            </a:fld>
            <a:endParaRPr lang="en-US"/>
          </a:p>
        </p:txBody>
      </p:sp>
    </p:spTree>
    <p:extLst>
      <p:ext uri="{BB962C8B-B14F-4D97-AF65-F5344CB8AC3E}">
        <p14:creationId xmlns:p14="http://schemas.microsoft.com/office/powerpoint/2010/main" val="3533338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0011C7-8479-4C4B-93FB-AE97F8BF9842}" type="slidenum">
              <a:rPr lang="en-US" smtClean="0"/>
              <a:t>3</a:t>
            </a:fld>
            <a:endParaRPr lang="en-US"/>
          </a:p>
        </p:txBody>
      </p:sp>
    </p:spTree>
    <p:extLst>
      <p:ext uri="{BB962C8B-B14F-4D97-AF65-F5344CB8AC3E}">
        <p14:creationId xmlns:p14="http://schemas.microsoft.com/office/powerpoint/2010/main" val="1338233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0011C7-8479-4C4B-93FB-AE97F8BF9842}" type="slidenum">
              <a:rPr lang="en-US" smtClean="0"/>
              <a:t>4</a:t>
            </a:fld>
            <a:endParaRPr lang="en-US"/>
          </a:p>
        </p:txBody>
      </p:sp>
    </p:spTree>
    <p:extLst>
      <p:ext uri="{BB962C8B-B14F-4D97-AF65-F5344CB8AC3E}">
        <p14:creationId xmlns:p14="http://schemas.microsoft.com/office/powerpoint/2010/main" val="1557761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0011C7-8479-4C4B-93FB-AE97F8BF9842}" type="slidenum">
              <a:rPr lang="en-US" smtClean="0"/>
              <a:t>5</a:t>
            </a:fld>
            <a:endParaRPr lang="en-US"/>
          </a:p>
        </p:txBody>
      </p:sp>
    </p:spTree>
    <p:extLst>
      <p:ext uri="{BB962C8B-B14F-4D97-AF65-F5344CB8AC3E}">
        <p14:creationId xmlns:p14="http://schemas.microsoft.com/office/powerpoint/2010/main" val="1504092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0011C7-8479-4C4B-93FB-AE97F8BF9842}" type="slidenum">
              <a:rPr lang="en-US" smtClean="0"/>
              <a:t>6</a:t>
            </a:fld>
            <a:endParaRPr lang="en-US"/>
          </a:p>
        </p:txBody>
      </p:sp>
    </p:spTree>
    <p:extLst>
      <p:ext uri="{BB962C8B-B14F-4D97-AF65-F5344CB8AC3E}">
        <p14:creationId xmlns:p14="http://schemas.microsoft.com/office/powerpoint/2010/main" val="2326878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0011C7-8479-4C4B-93FB-AE97F8BF9842}" type="slidenum">
              <a:rPr lang="en-US" smtClean="0"/>
              <a:t>7</a:t>
            </a:fld>
            <a:endParaRPr lang="en-US"/>
          </a:p>
        </p:txBody>
      </p:sp>
    </p:spTree>
    <p:extLst>
      <p:ext uri="{BB962C8B-B14F-4D97-AF65-F5344CB8AC3E}">
        <p14:creationId xmlns:p14="http://schemas.microsoft.com/office/powerpoint/2010/main" val="4758989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0011C7-8479-4C4B-93FB-AE97F8BF9842}" type="slidenum">
              <a:rPr lang="en-US" smtClean="0"/>
              <a:t>8</a:t>
            </a:fld>
            <a:endParaRPr lang="en-US"/>
          </a:p>
        </p:txBody>
      </p:sp>
    </p:spTree>
    <p:extLst>
      <p:ext uri="{BB962C8B-B14F-4D97-AF65-F5344CB8AC3E}">
        <p14:creationId xmlns:p14="http://schemas.microsoft.com/office/powerpoint/2010/main" val="4172286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0011C7-8479-4C4B-93FB-AE97F8BF9842}" type="slidenum">
              <a:rPr lang="en-US" smtClean="0"/>
              <a:t>9</a:t>
            </a:fld>
            <a:endParaRPr lang="en-US"/>
          </a:p>
        </p:txBody>
      </p:sp>
    </p:spTree>
    <p:extLst>
      <p:ext uri="{BB962C8B-B14F-4D97-AF65-F5344CB8AC3E}">
        <p14:creationId xmlns:p14="http://schemas.microsoft.com/office/powerpoint/2010/main" val="23755546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0011C7-8479-4C4B-93FB-AE97F8BF9842}" type="slidenum">
              <a:rPr lang="en-US" smtClean="0"/>
              <a:t>10</a:t>
            </a:fld>
            <a:endParaRPr lang="en-US"/>
          </a:p>
        </p:txBody>
      </p:sp>
    </p:spTree>
    <p:extLst>
      <p:ext uri="{BB962C8B-B14F-4D97-AF65-F5344CB8AC3E}">
        <p14:creationId xmlns:p14="http://schemas.microsoft.com/office/powerpoint/2010/main" val="3870872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0011C7-8479-4C4B-93FB-AE97F8BF9842}" type="slidenum">
              <a:rPr lang="en-US" smtClean="0"/>
              <a:t>11</a:t>
            </a:fld>
            <a:endParaRPr lang="en-US"/>
          </a:p>
        </p:txBody>
      </p:sp>
    </p:spTree>
    <p:extLst>
      <p:ext uri="{BB962C8B-B14F-4D97-AF65-F5344CB8AC3E}">
        <p14:creationId xmlns:p14="http://schemas.microsoft.com/office/powerpoint/2010/main" val="27122904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0011C7-8479-4C4B-93FB-AE97F8BF9842}" type="slidenum">
              <a:rPr lang="en-US" smtClean="0"/>
              <a:t>12</a:t>
            </a:fld>
            <a:endParaRPr lang="en-US"/>
          </a:p>
        </p:txBody>
      </p:sp>
    </p:spTree>
    <p:extLst>
      <p:ext uri="{BB962C8B-B14F-4D97-AF65-F5344CB8AC3E}">
        <p14:creationId xmlns:p14="http://schemas.microsoft.com/office/powerpoint/2010/main" val="3132154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dirty="0"/>
              <a:pPr/>
              <a:t>3/13/21</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3/13/21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pPr/>
              <a:t>3/13/21</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biblehub.com/greek/strongs_1985.htm" TargetMode="External"/><Relationship Id="rId3" Type="http://schemas.openxmlformats.org/officeDocument/2006/relationships/hyperlink" Target="https://biblehub.com/greek/1401.htm" TargetMode="External"/><Relationship Id="rId7" Type="http://schemas.openxmlformats.org/officeDocument/2006/relationships/hyperlink" Target="https://biblehub.com/greek/1985.htm" TargetMode="External"/><Relationship Id="rId12" Type="http://schemas.openxmlformats.org/officeDocument/2006/relationships/hyperlink" Target="https://biblehub.com/greek/diakonois_1249.ht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biblehub.com/grammar/greek.htm" TargetMode="External"/><Relationship Id="rId11" Type="http://schemas.openxmlformats.org/officeDocument/2006/relationships/hyperlink" Target="https://biblehub.com/greek/strongs_1249.htm" TargetMode="External"/><Relationship Id="rId5" Type="http://schemas.openxmlformats.org/officeDocument/2006/relationships/hyperlink" Target="https://biblehub.com/greek/douloi_1401.htm" TargetMode="External"/><Relationship Id="rId10" Type="http://schemas.openxmlformats.org/officeDocument/2006/relationships/hyperlink" Target="https://biblehub.com/greek/1249.htm" TargetMode="External"/><Relationship Id="rId4" Type="http://schemas.openxmlformats.org/officeDocument/2006/relationships/hyperlink" Target="https://biblehub.com/greek/strongs_1401.htm" TargetMode="External"/><Relationship Id="rId9" Type="http://schemas.openxmlformats.org/officeDocument/2006/relationships/hyperlink" Target="https://biblehub.com/greek/episkopois_1985.htm"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93492-F100-BC49-B6E0-4EE68DE6A81C}"/>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E115D782-01BD-F54B-AA02-B8EDE064A8B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95846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1F70D25-6160-4F45-B175-852AEB1ACA99}"/>
              </a:ext>
            </a:extLst>
          </p:cNvPr>
          <p:cNvPicPr>
            <a:picLocks noChangeAspect="1"/>
          </p:cNvPicPr>
          <p:nvPr/>
        </p:nvPicPr>
        <p:blipFill>
          <a:blip r:embed="rId3">
            <a:alphaModFix amt="20000"/>
          </a:blip>
          <a:stretch>
            <a:fillRect/>
          </a:stretch>
        </p:blipFill>
        <p:spPr>
          <a:xfrm flipH="1">
            <a:off x="4914116" y="-38100"/>
            <a:ext cx="6852642" cy="6858000"/>
          </a:xfrm>
          <a:prstGeom prst="rect">
            <a:avLst/>
          </a:prstGeom>
        </p:spPr>
      </p:pic>
      <p:sp>
        <p:nvSpPr>
          <p:cNvPr id="2" name="Title 1">
            <a:extLst>
              <a:ext uri="{FF2B5EF4-FFF2-40B4-BE49-F238E27FC236}">
                <a16:creationId xmlns:a16="http://schemas.microsoft.com/office/drawing/2014/main" id="{233D51DB-3FE1-D84C-9FB7-3959F2FDE7D0}"/>
              </a:ext>
            </a:extLst>
          </p:cNvPr>
          <p:cNvSpPr>
            <a:spLocks noGrp="1"/>
          </p:cNvSpPr>
          <p:nvPr>
            <p:ph type="ctrTitle"/>
          </p:nvPr>
        </p:nvSpPr>
        <p:spPr>
          <a:xfrm>
            <a:off x="-845942" y="838200"/>
            <a:ext cx="11187953" cy="5562600"/>
          </a:xfrm>
        </p:spPr>
        <p:txBody>
          <a:bodyPr>
            <a:normAutofit/>
          </a:bodyPr>
          <a:lstStyle/>
          <a:p>
            <a:r>
              <a:rPr lang="en-US" sz="20000" b="1" dirty="0"/>
              <a:t>TEAM</a:t>
            </a:r>
          </a:p>
        </p:txBody>
      </p:sp>
    </p:spTree>
    <p:extLst>
      <p:ext uri="{BB962C8B-B14F-4D97-AF65-F5344CB8AC3E}">
        <p14:creationId xmlns:p14="http://schemas.microsoft.com/office/powerpoint/2010/main" val="1017105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2EDD0-D503-E84E-A8C5-A6EEEF89A7F9}"/>
              </a:ext>
            </a:extLst>
          </p:cNvPr>
          <p:cNvSpPr>
            <a:spLocks noGrp="1"/>
          </p:cNvSpPr>
          <p:nvPr>
            <p:ph type="title"/>
          </p:nvPr>
        </p:nvSpPr>
        <p:spPr>
          <a:xfrm>
            <a:off x="1143001" y="3726872"/>
            <a:ext cx="9905998" cy="1905000"/>
          </a:xfrm>
        </p:spPr>
        <p:txBody>
          <a:bodyPr>
            <a:normAutofit fontScale="90000"/>
          </a:bodyPr>
          <a:lstStyle/>
          <a:p>
            <a:r>
              <a:rPr lang="en-US" sz="4000" cap="none" dirty="0"/>
              <a:t>I am only one but I am one</a:t>
            </a:r>
            <a:br>
              <a:rPr lang="en-US" sz="4000" cap="none" dirty="0"/>
            </a:br>
            <a:r>
              <a:rPr lang="en-US" sz="4000" cap="none" dirty="0"/>
              <a:t>I cannot do everything</a:t>
            </a:r>
            <a:br>
              <a:rPr lang="en-US" sz="4000" cap="none" dirty="0"/>
            </a:br>
            <a:r>
              <a:rPr lang="en-US" sz="4000" cap="none" dirty="0"/>
              <a:t>but I can do some thing</a:t>
            </a:r>
            <a:br>
              <a:rPr lang="en-US" sz="4000" cap="none" dirty="0"/>
            </a:br>
            <a:r>
              <a:rPr lang="en-US" sz="4000" cap="none" dirty="0"/>
              <a:t>and I will not let what I cannot do</a:t>
            </a:r>
            <a:br>
              <a:rPr lang="en-US" sz="4000" cap="none" dirty="0"/>
            </a:br>
            <a:r>
              <a:rPr lang="en-US" sz="4000" cap="none" dirty="0"/>
              <a:t>interfere with what I can do. </a:t>
            </a:r>
            <a:r>
              <a:rPr lang="en-US" dirty="0"/>
              <a:t>– Edward Hale</a:t>
            </a:r>
          </a:p>
          <a:p>
            <a:br>
              <a:rPr lang="en-US" dirty="0"/>
            </a:br>
            <a:endParaRPr lang="en-US" dirty="0"/>
          </a:p>
          <a:p>
            <a:endParaRPr lang="en-US" dirty="0"/>
          </a:p>
        </p:txBody>
      </p:sp>
    </p:spTree>
    <p:extLst>
      <p:ext uri="{BB962C8B-B14F-4D97-AF65-F5344CB8AC3E}">
        <p14:creationId xmlns:p14="http://schemas.microsoft.com/office/powerpoint/2010/main" val="857946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1F70D25-6160-4F45-B175-852AEB1ACA99}"/>
              </a:ext>
            </a:extLst>
          </p:cNvPr>
          <p:cNvPicPr>
            <a:picLocks noChangeAspect="1"/>
          </p:cNvPicPr>
          <p:nvPr/>
        </p:nvPicPr>
        <p:blipFill>
          <a:blip r:embed="rId3">
            <a:alphaModFix amt="20000"/>
          </a:blip>
          <a:stretch>
            <a:fillRect/>
          </a:stretch>
        </p:blipFill>
        <p:spPr>
          <a:xfrm flipH="1">
            <a:off x="4914116" y="-38100"/>
            <a:ext cx="6852642" cy="6858000"/>
          </a:xfrm>
          <a:prstGeom prst="rect">
            <a:avLst/>
          </a:prstGeom>
        </p:spPr>
      </p:pic>
      <p:sp>
        <p:nvSpPr>
          <p:cNvPr id="2" name="Title 1">
            <a:extLst>
              <a:ext uri="{FF2B5EF4-FFF2-40B4-BE49-F238E27FC236}">
                <a16:creationId xmlns:a16="http://schemas.microsoft.com/office/drawing/2014/main" id="{233D51DB-3FE1-D84C-9FB7-3959F2FDE7D0}"/>
              </a:ext>
            </a:extLst>
          </p:cNvPr>
          <p:cNvSpPr>
            <a:spLocks noGrp="1"/>
          </p:cNvSpPr>
          <p:nvPr>
            <p:ph type="ctrTitle"/>
          </p:nvPr>
        </p:nvSpPr>
        <p:spPr>
          <a:xfrm>
            <a:off x="-845942" y="838200"/>
            <a:ext cx="11187953" cy="5562600"/>
          </a:xfrm>
        </p:spPr>
        <p:txBody>
          <a:bodyPr>
            <a:normAutofit/>
          </a:bodyPr>
          <a:lstStyle/>
          <a:p>
            <a:r>
              <a:rPr lang="en-US" sz="20000" b="1" dirty="0"/>
              <a:t>TEAM</a:t>
            </a:r>
          </a:p>
        </p:txBody>
      </p:sp>
    </p:spTree>
    <p:extLst>
      <p:ext uri="{BB962C8B-B14F-4D97-AF65-F5344CB8AC3E}">
        <p14:creationId xmlns:p14="http://schemas.microsoft.com/office/powerpoint/2010/main" val="1457571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02E7-7871-2B4F-9DE6-CFE241BBCB73}"/>
              </a:ext>
            </a:extLst>
          </p:cNvPr>
          <p:cNvSpPr>
            <a:spLocks noGrp="1"/>
          </p:cNvSpPr>
          <p:nvPr>
            <p:ph type="title"/>
          </p:nvPr>
        </p:nvSpPr>
        <p:spPr>
          <a:xfrm>
            <a:off x="1690762" y="2476500"/>
            <a:ext cx="1431579" cy="1905000"/>
          </a:xfrm>
        </p:spPr>
        <p:txBody>
          <a:bodyPr>
            <a:noAutofit/>
          </a:bodyPr>
          <a:lstStyle/>
          <a:p>
            <a:pPr algn="ctr"/>
            <a:r>
              <a:rPr lang="en-US" sz="9600" b="1" dirty="0"/>
              <a:t>T</a:t>
            </a:r>
            <a:br>
              <a:rPr lang="en-US" sz="9600" b="1" dirty="0"/>
            </a:br>
            <a:r>
              <a:rPr lang="en-US" sz="9600" b="1" dirty="0"/>
              <a:t>E</a:t>
            </a:r>
            <a:br>
              <a:rPr lang="en-US" sz="9600" b="1" dirty="0"/>
            </a:br>
            <a:r>
              <a:rPr lang="en-US" sz="9600" b="1" dirty="0"/>
              <a:t>A</a:t>
            </a:r>
            <a:br>
              <a:rPr lang="en-US" sz="9600" b="1" dirty="0"/>
            </a:br>
            <a:r>
              <a:rPr lang="en-US" sz="9600" b="1" dirty="0"/>
              <a:t>m</a:t>
            </a:r>
          </a:p>
        </p:txBody>
      </p:sp>
      <p:sp>
        <p:nvSpPr>
          <p:cNvPr id="3" name="Content Placeholder 2">
            <a:extLst>
              <a:ext uri="{FF2B5EF4-FFF2-40B4-BE49-F238E27FC236}">
                <a16:creationId xmlns:a16="http://schemas.microsoft.com/office/drawing/2014/main" id="{CA897D15-C2E4-624C-B305-1EB8FBEA28F1}"/>
              </a:ext>
            </a:extLst>
          </p:cNvPr>
          <p:cNvSpPr>
            <a:spLocks noGrp="1"/>
          </p:cNvSpPr>
          <p:nvPr>
            <p:ph idx="1"/>
          </p:nvPr>
        </p:nvSpPr>
        <p:spPr>
          <a:xfrm>
            <a:off x="3241964" y="676704"/>
            <a:ext cx="7695044" cy="5530131"/>
          </a:xfrm>
        </p:spPr>
        <p:txBody>
          <a:bodyPr>
            <a:noAutofit/>
          </a:bodyPr>
          <a:lstStyle/>
          <a:p>
            <a:pPr marL="0" indent="0">
              <a:buNone/>
            </a:pPr>
            <a:r>
              <a:rPr lang="en-US" sz="8000" dirty="0"/>
              <a:t>Together</a:t>
            </a:r>
          </a:p>
          <a:p>
            <a:pPr marL="0" indent="0">
              <a:buNone/>
            </a:pPr>
            <a:r>
              <a:rPr lang="en-US" sz="8000" dirty="0"/>
              <a:t>Everyone</a:t>
            </a:r>
          </a:p>
          <a:p>
            <a:pPr marL="0" indent="0">
              <a:buNone/>
            </a:pPr>
            <a:r>
              <a:rPr lang="en-US" sz="8000" dirty="0"/>
              <a:t>Accomplishes</a:t>
            </a:r>
          </a:p>
          <a:p>
            <a:pPr marL="0" indent="0">
              <a:buNone/>
            </a:pPr>
            <a:r>
              <a:rPr lang="en-US" sz="8000" dirty="0"/>
              <a:t>More</a:t>
            </a:r>
          </a:p>
        </p:txBody>
      </p:sp>
      <p:pic>
        <p:nvPicPr>
          <p:cNvPr id="5" name="Picture 4">
            <a:extLst>
              <a:ext uri="{FF2B5EF4-FFF2-40B4-BE49-F238E27FC236}">
                <a16:creationId xmlns:a16="http://schemas.microsoft.com/office/drawing/2014/main" id="{230AE33E-94DB-A84C-9940-C777EDE31AD1}"/>
              </a:ext>
            </a:extLst>
          </p:cNvPr>
          <p:cNvPicPr>
            <a:picLocks noChangeAspect="1"/>
          </p:cNvPicPr>
          <p:nvPr/>
        </p:nvPicPr>
        <p:blipFill>
          <a:blip r:embed="rId3">
            <a:alphaModFix amt="20000"/>
          </a:blip>
          <a:stretch>
            <a:fillRect/>
          </a:stretch>
        </p:blipFill>
        <p:spPr>
          <a:xfrm flipH="1">
            <a:off x="4914116" y="-38100"/>
            <a:ext cx="6852642" cy="6858000"/>
          </a:xfrm>
          <a:prstGeom prst="rect">
            <a:avLst/>
          </a:prstGeom>
        </p:spPr>
      </p:pic>
    </p:spTree>
    <p:extLst>
      <p:ext uri="{BB962C8B-B14F-4D97-AF65-F5344CB8AC3E}">
        <p14:creationId xmlns:p14="http://schemas.microsoft.com/office/powerpoint/2010/main" val="4010613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187F9-4D73-A64F-B8A9-AC27F4696144}"/>
              </a:ext>
            </a:extLst>
          </p:cNvPr>
          <p:cNvSpPr>
            <a:spLocks noGrp="1"/>
          </p:cNvSpPr>
          <p:nvPr>
            <p:ph type="title"/>
          </p:nvPr>
        </p:nvSpPr>
        <p:spPr>
          <a:xfrm>
            <a:off x="1143001" y="3598718"/>
            <a:ext cx="9905998" cy="1905000"/>
          </a:xfrm>
        </p:spPr>
        <p:txBody>
          <a:bodyPr>
            <a:normAutofit fontScale="90000"/>
          </a:bodyPr>
          <a:lstStyle/>
          <a:p>
            <a:r>
              <a:rPr lang="en-US" sz="4000" cap="none" dirty="0">
                <a:latin typeface="+mn-lt"/>
                <a:cs typeface="Beirut" pitchFamily="2" charset="-78"/>
              </a:rPr>
              <a:t>Teamwork is the ability to work together toward a common vision. The ability to direct individual accomplishments toward organizational objectives. It is the fuel that allows common people to attain uncommon results.</a:t>
            </a:r>
            <a:r>
              <a:rPr lang="en-US" sz="4000" dirty="0"/>
              <a:t> </a:t>
            </a:r>
            <a:r>
              <a:rPr lang="en-US" dirty="0"/>
              <a:t>- Andrew Carnegie </a:t>
            </a:r>
          </a:p>
          <a:p>
            <a:br>
              <a:rPr lang="en-US" dirty="0"/>
            </a:br>
            <a:endParaRPr lang="en-US" dirty="0"/>
          </a:p>
          <a:p>
            <a:endParaRPr lang="en-US" dirty="0"/>
          </a:p>
        </p:txBody>
      </p:sp>
    </p:spTree>
    <p:extLst>
      <p:ext uri="{BB962C8B-B14F-4D97-AF65-F5344CB8AC3E}">
        <p14:creationId xmlns:p14="http://schemas.microsoft.com/office/powerpoint/2010/main" val="1116436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66BE8-C8E9-654C-A19C-701131B47460}"/>
              </a:ext>
            </a:extLst>
          </p:cNvPr>
          <p:cNvSpPr>
            <a:spLocks noGrp="1"/>
          </p:cNvSpPr>
          <p:nvPr>
            <p:ph type="title"/>
          </p:nvPr>
        </p:nvSpPr>
        <p:spPr/>
        <p:txBody>
          <a:bodyPr>
            <a:normAutofit fontScale="90000"/>
          </a:bodyPr>
          <a:lstStyle/>
          <a:p>
            <a:endParaRPr lang="en-US" dirty="0"/>
          </a:p>
          <a:p>
            <a:br>
              <a:rPr lang="en-US" dirty="0"/>
            </a:br>
            <a:endParaRPr lang="en-US" dirty="0"/>
          </a:p>
          <a:p>
            <a:r>
              <a:rPr lang="en-US" sz="6700" dirty="0"/>
              <a:t>Teamwork makes the Dreamwork</a:t>
            </a:r>
          </a:p>
          <a:p>
            <a:br>
              <a:rPr lang="en-US" dirty="0"/>
            </a:br>
            <a:endParaRPr lang="en-US" dirty="0"/>
          </a:p>
          <a:p>
            <a:endParaRPr lang="en-US" dirty="0"/>
          </a:p>
        </p:txBody>
      </p:sp>
      <p:sp>
        <p:nvSpPr>
          <p:cNvPr id="3" name="Content Placeholder 2">
            <a:extLst>
              <a:ext uri="{FF2B5EF4-FFF2-40B4-BE49-F238E27FC236}">
                <a16:creationId xmlns:a16="http://schemas.microsoft.com/office/drawing/2014/main" id="{EB469EF1-8DB9-D441-BC08-C4529D9FB946}"/>
              </a:ext>
            </a:extLst>
          </p:cNvPr>
          <p:cNvSpPr>
            <a:spLocks noGrp="1"/>
          </p:cNvSpPr>
          <p:nvPr>
            <p:ph idx="1"/>
          </p:nvPr>
        </p:nvSpPr>
        <p:spPr/>
        <p:txBody>
          <a:bodyPr/>
          <a:lstStyle/>
          <a:p>
            <a:r>
              <a:rPr lang="en-US" sz="5400" dirty="0"/>
              <a:t>we are here to work for a dream not just a paycheck</a:t>
            </a:r>
          </a:p>
          <a:p>
            <a:endParaRPr lang="en-US" dirty="0"/>
          </a:p>
        </p:txBody>
      </p:sp>
    </p:spTree>
    <p:extLst>
      <p:ext uri="{BB962C8B-B14F-4D97-AF65-F5344CB8AC3E}">
        <p14:creationId xmlns:p14="http://schemas.microsoft.com/office/powerpoint/2010/main" val="2770678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05AE41F-DB39-ED4F-8023-3D7308290E84}"/>
              </a:ext>
            </a:extLst>
          </p:cNvPr>
          <p:cNvSpPr txBox="1"/>
          <p:nvPr/>
        </p:nvSpPr>
        <p:spPr>
          <a:xfrm>
            <a:off x="725779" y="2633007"/>
            <a:ext cx="3084223" cy="3046988"/>
          </a:xfrm>
          <a:prstGeom prst="rect">
            <a:avLst/>
          </a:prstGeom>
          <a:noFill/>
        </p:spPr>
        <p:txBody>
          <a:bodyPr wrap="square" rtlCol="0">
            <a:spAutoFit/>
          </a:bodyPr>
          <a:lstStyle/>
          <a:p>
            <a:r>
              <a:rPr lang="en-US" sz="2800" dirty="0">
                <a:hlinkClick r:id="rId3" tooltip="Strong's Greek 1401: (a) (as adj.) enslaved, (b) (as noun) a (male) slave. From deo; a slave.">
                  <a:extLst>
                    <a:ext uri="{A12FA001-AC4F-418D-AE19-62706E023703}">
                      <ahyp:hlinkClr xmlns:ahyp="http://schemas.microsoft.com/office/drawing/2018/hyperlinkcolor" val="tx"/>
                    </a:ext>
                  </a:extLst>
                </a:hlinkClick>
              </a:rPr>
              <a:t>1401</a:t>
            </a:r>
            <a:r>
              <a:rPr lang="en-US" sz="2800" dirty="0"/>
              <a:t> </a:t>
            </a:r>
            <a:r>
              <a:rPr lang="en-US" sz="2800" dirty="0">
                <a:hlinkClick r:id="rId4" tooltip="Englishman's Greek Concordance">
                  <a:extLst>
                    <a:ext uri="{A12FA001-AC4F-418D-AE19-62706E023703}">
                      <ahyp:hlinkClr xmlns:ahyp="http://schemas.microsoft.com/office/drawing/2018/hyperlinkcolor" val="tx"/>
                    </a:ext>
                  </a:extLst>
                </a:hlinkClick>
              </a:rPr>
              <a:t>[e]</a:t>
            </a:r>
            <a:br>
              <a:rPr lang="en-US" sz="3600" dirty="0"/>
            </a:br>
            <a:r>
              <a:rPr lang="en-US" sz="5400" b="1" dirty="0">
                <a:hlinkClick r:id="rId5" tooltip="douloi: (a) (as adj.) enslaved, (b) (as noun) a (male) slave. From deo; a slave.">
                  <a:extLst>
                    <a:ext uri="{A12FA001-AC4F-418D-AE19-62706E023703}">
                      <ahyp:hlinkClr xmlns:ahyp="http://schemas.microsoft.com/office/drawing/2018/hyperlinkcolor" val="tx"/>
                    </a:ext>
                  </a:extLst>
                </a:hlinkClick>
              </a:rPr>
              <a:t>douloi</a:t>
            </a:r>
            <a:br>
              <a:rPr lang="en-US" sz="3600" dirty="0"/>
            </a:br>
            <a:r>
              <a:rPr lang="el-GR" sz="2800" dirty="0" err="1"/>
              <a:t>δοῦλοι</a:t>
            </a:r>
            <a:br>
              <a:rPr lang="el-GR" sz="3600" dirty="0"/>
            </a:br>
            <a:r>
              <a:rPr lang="en-US" sz="5400" b="1" dirty="0"/>
              <a:t>servants</a:t>
            </a:r>
            <a:br>
              <a:rPr lang="en-US" sz="3600" dirty="0"/>
            </a:br>
            <a:r>
              <a:rPr lang="en-US" sz="2800" dirty="0">
                <a:hlinkClick r:id="rId6" tooltip="Noun - Nominative Masculine Plural">
                  <a:extLst>
                    <a:ext uri="{A12FA001-AC4F-418D-AE19-62706E023703}">
                      <ahyp:hlinkClr xmlns:ahyp="http://schemas.microsoft.com/office/drawing/2018/hyperlinkcolor" val="tx"/>
                    </a:ext>
                  </a:extLst>
                </a:hlinkClick>
              </a:rPr>
              <a:t>N-NMP</a:t>
            </a:r>
            <a:endParaRPr lang="en-US" sz="2800" dirty="0"/>
          </a:p>
        </p:txBody>
      </p:sp>
      <p:sp>
        <p:nvSpPr>
          <p:cNvPr id="5" name="TextBox 4">
            <a:extLst>
              <a:ext uri="{FF2B5EF4-FFF2-40B4-BE49-F238E27FC236}">
                <a16:creationId xmlns:a16="http://schemas.microsoft.com/office/drawing/2014/main" id="{8CA814D5-E3F4-CE4D-844D-F224821BDC76}"/>
              </a:ext>
            </a:extLst>
          </p:cNvPr>
          <p:cNvSpPr txBox="1"/>
          <p:nvPr/>
        </p:nvSpPr>
        <p:spPr>
          <a:xfrm>
            <a:off x="3602186" y="2598003"/>
            <a:ext cx="4336470" cy="3046988"/>
          </a:xfrm>
          <a:prstGeom prst="rect">
            <a:avLst/>
          </a:prstGeom>
          <a:noFill/>
        </p:spPr>
        <p:txBody>
          <a:bodyPr wrap="square" rtlCol="0">
            <a:spAutoFit/>
          </a:bodyPr>
          <a:lstStyle/>
          <a:p>
            <a:r>
              <a:rPr lang="en-US" sz="2800" dirty="0">
                <a:hlinkClick r:id="rId7" tooltip="Strong's Greek 1985: From epi and skopos; a superintendent, i.e. Christian officer in genitive case charge of a church.">
                  <a:extLst>
                    <a:ext uri="{A12FA001-AC4F-418D-AE19-62706E023703}">
                      <ahyp:hlinkClr xmlns:ahyp="http://schemas.microsoft.com/office/drawing/2018/hyperlinkcolor" val="tx"/>
                    </a:ext>
                  </a:extLst>
                </a:hlinkClick>
              </a:rPr>
              <a:t>1985</a:t>
            </a:r>
            <a:r>
              <a:rPr lang="en-US" sz="2800" dirty="0"/>
              <a:t> </a:t>
            </a:r>
            <a:r>
              <a:rPr lang="en-US" sz="2800" dirty="0">
                <a:hlinkClick r:id="rId8" tooltip="Englishman's Greek Concordance">
                  <a:extLst>
                    <a:ext uri="{A12FA001-AC4F-418D-AE19-62706E023703}">
                      <ahyp:hlinkClr xmlns:ahyp="http://schemas.microsoft.com/office/drawing/2018/hyperlinkcolor" val="tx"/>
                    </a:ext>
                  </a:extLst>
                </a:hlinkClick>
              </a:rPr>
              <a:t>[e]</a:t>
            </a:r>
            <a:br>
              <a:rPr lang="en-US" sz="2800" dirty="0"/>
            </a:br>
            <a:r>
              <a:rPr lang="en-US" sz="5400" b="1" dirty="0">
                <a:hlinkClick r:id="rId9" tooltip="episkopois: From epi and skopos; a superintendent, i.e. Christian officer in genitive case charge of a church.">
                  <a:extLst>
                    <a:ext uri="{A12FA001-AC4F-418D-AE19-62706E023703}">
                      <ahyp:hlinkClr xmlns:ahyp="http://schemas.microsoft.com/office/drawing/2018/hyperlinkcolor" val="tx"/>
                    </a:ext>
                  </a:extLst>
                </a:hlinkClick>
              </a:rPr>
              <a:t>episkopois</a:t>
            </a:r>
            <a:br>
              <a:rPr lang="en-US" sz="2800" dirty="0"/>
            </a:br>
            <a:r>
              <a:rPr lang="el-GR" sz="2800" dirty="0" err="1"/>
              <a:t>ἐπισκόποις</a:t>
            </a:r>
            <a:br>
              <a:rPr lang="el-GR" sz="2800" dirty="0"/>
            </a:br>
            <a:r>
              <a:rPr lang="el-GR" sz="2800" dirty="0"/>
              <a:t>[</a:t>
            </a:r>
            <a:r>
              <a:rPr lang="en-US" sz="2800" dirty="0"/>
              <a:t>the]</a:t>
            </a:r>
            <a:r>
              <a:rPr lang="en-US" sz="5400" b="1" dirty="0"/>
              <a:t>overseers</a:t>
            </a:r>
            <a:br>
              <a:rPr lang="en-US" sz="2800" dirty="0"/>
            </a:br>
            <a:r>
              <a:rPr lang="en-US" sz="2800" dirty="0">
                <a:hlinkClick r:id="rId6" tooltip="Noun - Dative Masculine Plural">
                  <a:extLst>
                    <a:ext uri="{A12FA001-AC4F-418D-AE19-62706E023703}">
                      <ahyp:hlinkClr xmlns:ahyp="http://schemas.microsoft.com/office/drawing/2018/hyperlinkcolor" val="tx"/>
                    </a:ext>
                  </a:extLst>
                </a:hlinkClick>
              </a:rPr>
              <a:t>N-DMP</a:t>
            </a:r>
            <a:endParaRPr lang="en-US" sz="2800" dirty="0"/>
          </a:p>
        </p:txBody>
      </p:sp>
      <p:sp>
        <p:nvSpPr>
          <p:cNvPr id="6" name="TextBox 5">
            <a:extLst>
              <a:ext uri="{FF2B5EF4-FFF2-40B4-BE49-F238E27FC236}">
                <a16:creationId xmlns:a16="http://schemas.microsoft.com/office/drawing/2014/main" id="{A51EC11E-C234-2C4A-B1E7-FFD3755907DD}"/>
              </a:ext>
            </a:extLst>
          </p:cNvPr>
          <p:cNvSpPr txBox="1"/>
          <p:nvPr/>
        </p:nvSpPr>
        <p:spPr>
          <a:xfrm>
            <a:off x="7869381" y="2598003"/>
            <a:ext cx="3920834" cy="3046988"/>
          </a:xfrm>
          <a:prstGeom prst="rect">
            <a:avLst/>
          </a:prstGeom>
          <a:noFill/>
        </p:spPr>
        <p:txBody>
          <a:bodyPr wrap="square" rtlCol="0">
            <a:spAutoFit/>
          </a:bodyPr>
          <a:lstStyle/>
          <a:p>
            <a:r>
              <a:rPr lang="en-US" sz="2800" dirty="0">
                <a:hlinkClick r:id="rId10" tooltip="Strong's Greek 1249: Probably from an obsolete diako; an attendant, i.e. a waiter; specially, a Christian teacher and pastor.">
                  <a:extLst>
                    <a:ext uri="{A12FA001-AC4F-418D-AE19-62706E023703}">
                      <ahyp:hlinkClr xmlns:ahyp="http://schemas.microsoft.com/office/drawing/2018/hyperlinkcolor" val="tx"/>
                    </a:ext>
                  </a:extLst>
                </a:hlinkClick>
              </a:rPr>
              <a:t>1249</a:t>
            </a:r>
            <a:r>
              <a:rPr lang="en-US" sz="2800" dirty="0"/>
              <a:t> </a:t>
            </a:r>
            <a:r>
              <a:rPr lang="en-US" sz="2800" dirty="0">
                <a:hlinkClick r:id="rId11" tooltip="Englishman's Greek Concordance">
                  <a:extLst>
                    <a:ext uri="{A12FA001-AC4F-418D-AE19-62706E023703}">
                      <ahyp:hlinkClr xmlns:ahyp="http://schemas.microsoft.com/office/drawing/2018/hyperlinkcolor" val="tx"/>
                    </a:ext>
                  </a:extLst>
                </a:hlinkClick>
              </a:rPr>
              <a:t>[e]</a:t>
            </a:r>
            <a:br>
              <a:rPr lang="en-US" sz="2800" dirty="0"/>
            </a:br>
            <a:r>
              <a:rPr lang="en-US" sz="5400" b="1" dirty="0">
                <a:hlinkClick r:id="rId12" tooltip="diakonois: Probably from an obsolete diako; an attendant, i.e. a waiter; specially, a Christian teacher and pastor.">
                  <a:extLst>
                    <a:ext uri="{A12FA001-AC4F-418D-AE19-62706E023703}">
                      <ahyp:hlinkClr xmlns:ahyp="http://schemas.microsoft.com/office/drawing/2018/hyperlinkcolor" val="tx"/>
                    </a:ext>
                  </a:extLst>
                </a:hlinkClick>
              </a:rPr>
              <a:t>diakonois</a:t>
            </a:r>
            <a:br>
              <a:rPr lang="en-US" sz="5400" b="1" dirty="0"/>
            </a:br>
            <a:r>
              <a:rPr lang="el-GR" sz="2800" dirty="0" err="1"/>
              <a:t>διακόνοις</a:t>
            </a:r>
            <a:r>
              <a:rPr lang="el-GR" sz="2800" dirty="0"/>
              <a:t>  :</a:t>
            </a:r>
            <a:br>
              <a:rPr lang="el-GR" sz="2800" dirty="0"/>
            </a:br>
            <a:r>
              <a:rPr lang="en-US" sz="5400" b="1" dirty="0"/>
              <a:t>deacons</a:t>
            </a:r>
            <a:br>
              <a:rPr lang="en-US" sz="2800" dirty="0"/>
            </a:br>
            <a:r>
              <a:rPr lang="en-US" sz="2800" dirty="0">
                <a:hlinkClick r:id="rId6" tooltip="Noun - Dative Masculine Plural">
                  <a:extLst>
                    <a:ext uri="{A12FA001-AC4F-418D-AE19-62706E023703}">
                      <ahyp:hlinkClr xmlns:ahyp="http://schemas.microsoft.com/office/drawing/2018/hyperlinkcolor" val="tx"/>
                    </a:ext>
                  </a:extLst>
                </a:hlinkClick>
              </a:rPr>
              <a:t>N-DMP</a:t>
            </a:r>
            <a:endParaRPr lang="en-US" sz="2800" dirty="0"/>
          </a:p>
        </p:txBody>
      </p:sp>
      <p:sp>
        <p:nvSpPr>
          <p:cNvPr id="2" name="TextBox 1">
            <a:extLst>
              <a:ext uri="{FF2B5EF4-FFF2-40B4-BE49-F238E27FC236}">
                <a16:creationId xmlns:a16="http://schemas.microsoft.com/office/drawing/2014/main" id="{E43C8DBD-F4BE-804C-B0C0-0E60E5FA3F21}"/>
              </a:ext>
            </a:extLst>
          </p:cNvPr>
          <p:cNvSpPr txBox="1"/>
          <p:nvPr/>
        </p:nvSpPr>
        <p:spPr>
          <a:xfrm>
            <a:off x="437506" y="0"/>
            <a:ext cx="10440985" cy="2215991"/>
          </a:xfrm>
          <a:prstGeom prst="rect">
            <a:avLst/>
          </a:prstGeom>
          <a:noFill/>
        </p:spPr>
        <p:txBody>
          <a:bodyPr wrap="square" rtlCol="0">
            <a:spAutoFit/>
          </a:bodyPr>
          <a:lstStyle/>
          <a:p>
            <a:r>
              <a:rPr lang="en-US" sz="2800" b="1" dirty="0"/>
              <a:t>“</a:t>
            </a:r>
            <a:r>
              <a:rPr lang="en-US" sz="2800" dirty="0"/>
              <a:t>Paul and Timothy, </a:t>
            </a:r>
            <a:r>
              <a:rPr lang="en-US" sz="4400" b="1" dirty="0"/>
              <a:t>servants</a:t>
            </a:r>
            <a:r>
              <a:rPr lang="en-US" sz="2800" b="1" i="1" baseline="30000" dirty="0"/>
              <a:t> </a:t>
            </a:r>
            <a:r>
              <a:rPr lang="en-US" sz="2800" dirty="0"/>
              <a:t>of Christ Jesus,</a:t>
            </a:r>
          </a:p>
          <a:p>
            <a:r>
              <a:rPr lang="en-US" sz="2800" dirty="0"/>
              <a:t>To all the saints in Christ Jesus who are at Philippi, with the </a:t>
            </a:r>
            <a:r>
              <a:rPr lang="en-US" sz="4800" b="1" dirty="0"/>
              <a:t>overseers</a:t>
            </a:r>
            <a:endParaRPr lang="en-US" sz="2800" dirty="0"/>
          </a:p>
          <a:p>
            <a:endParaRPr lang="en-US" dirty="0"/>
          </a:p>
        </p:txBody>
      </p:sp>
      <p:sp>
        <p:nvSpPr>
          <p:cNvPr id="7" name="TextBox 6">
            <a:extLst>
              <a:ext uri="{FF2B5EF4-FFF2-40B4-BE49-F238E27FC236}">
                <a16:creationId xmlns:a16="http://schemas.microsoft.com/office/drawing/2014/main" id="{483B5CF9-45E4-6045-83FE-EB6BBD945643}"/>
              </a:ext>
            </a:extLst>
          </p:cNvPr>
          <p:cNvSpPr txBox="1"/>
          <p:nvPr/>
        </p:nvSpPr>
        <p:spPr>
          <a:xfrm>
            <a:off x="3437016" y="1107995"/>
            <a:ext cx="10440985" cy="1107996"/>
          </a:xfrm>
          <a:prstGeom prst="rect">
            <a:avLst/>
          </a:prstGeom>
          <a:noFill/>
        </p:spPr>
        <p:txBody>
          <a:bodyPr wrap="square" rtlCol="0">
            <a:spAutoFit/>
          </a:bodyPr>
          <a:lstStyle/>
          <a:p>
            <a:r>
              <a:rPr lang="en-US" sz="3200" dirty="0"/>
              <a:t>and  </a:t>
            </a:r>
            <a:r>
              <a:rPr lang="en-US" sz="4800" b="1" dirty="0"/>
              <a:t>deacons</a:t>
            </a:r>
            <a:r>
              <a:rPr lang="en-US" sz="2800" dirty="0"/>
              <a:t>:” Phil 1:1</a:t>
            </a:r>
          </a:p>
          <a:p>
            <a:endParaRPr lang="en-US" dirty="0"/>
          </a:p>
        </p:txBody>
      </p:sp>
    </p:spTree>
    <p:extLst>
      <p:ext uri="{BB962C8B-B14F-4D97-AF65-F5344CB8AC3E}">
        <p14:creationId xmlns:p14="http://schemas.microsoft.com/office/powerpoint/2010/main" val="347347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66BE8-C8E9-654C-A19C-701131B47460}"/>
              </a:ext>
            </a:extLst>
          </p:cNvPr>
          <p:cNvSpPr>
            <a:spLocks noGrp="1"/>
          </p:cNvSpPr>
          <p:nvPr>
            <p:ph type="title"/>
          </p:nvPr>
        </p:nvSpPr>
        <p:spPr>
          <a:xfrm>
            <a:off x="1141413" y="609600"/>
            <a:ext cx="9905998" cy="5527964"/>
          </a:xfrm>
        </p:spPr>
        <p:txBody>
          <a:bodyPr>
            <a:normAutofit fontScale="90000"/>
          </a:bodyPr>
          <a:lstStyle/>
          <a:p>
            <a:endParaRPr lang="en-US" dirty="0"/>
          </a:p>
          <a:p>
            <a:br>
              <a:rPr lang="en-US" dirty="0"/>
            </a:br>
            <a:br>
              <a:rPr lang="en-US" sz="5400" cap="none" dirty="0"/>
            </a:br>
            <a:r>
              <a:rPr lang="en-US" sz="5400" cap="none" dirty="0">
                <a:effectLst/>
              </a:rPr>
              <a:t>There is </a:t>
            </a:r>
            <a:r>
              <a:rPr lang="en-US" sz="5400" b="1" cap="none" dirty="0">
                <a:effectLst/>
              </a:rPr>
              <a:t>ONE TEAM </a:t>
            </a:r>
            <a:br>
              <a:rPr lang="en-US" sz="5400" b="1" cap="none" dirty="0">
                <a:effectLst/>
              </a:rPr>
            </a:br>
            <a:r>
              <a:rPr lang="en-US" sz="5400" cap="none" dirty="0">
                <a:effectLst/>
              </a:rPr>
              <a:t>with invisible leadership </a:t>
            </a:r>
            <a:br>
              <a:rPr lang="en-US" sz="5400" cap="none" dirty="0">
                <a:effectLst/>
              </a:rPr>
            </a:br>
            <a:r>
              <a:rPr lang="en-US" sz="5400" cap="none" dirty="0">
                <a:effectLst/>
              </a:rPr>
              <a:t>and it is made up of humble and hungry hearts. </a:t>
            </a:r>
            <a:br>
              <a:rPr lang="en-US" sz="5400" cap="none" dirty="0">
                <a:effectLst/>
              </a:rPr>
            </a:br>
            <a:br>
              <a:rPr lang="en-US" dirty="0"/>
            </a:br>
            <a:endParaRPr lang="en-US" dirty="0"/>
          </a:p>
          <a:p>
            <a:endParaRPr lang="en-US" dirty="0"/>
          </a:p>
        </p:txBody>
      </p:sp>
    </p:spTree>
    <p:extLst>
      <p:ext uri="{BB962C8B-B14F-4D97-AF65-F5344CB8AC3E}">
        <p14:creationId xmlns:p14="http://schemas.microsoft.com/office/powerpoint/2010/main" val="652736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2BB1E16-36E3-B544-824A-7DEDF23BACA3}"/>
              </a:ext>
            </a:extLst>
          </p:cNvPr>
          <p:cNvPicPr>
            <a:picLocks noChangeAspect="1"/>
          </p:cNvPicPr>
          <p:nvPr/>
        </p:nvPicPr>
        <p:blipFill>
          <a:blip r:embed="rId3">
            <a:alphaModFix amt="35000"/>
          </a:blip>
          <a:stretch>
            <a:fillRect/>
          </a:stretch>
        </p:blipFill>
        <p:spPr>
          <a:xfrm flipH="1">
            <a:off x="4540043" y="1"/>
            <a:ext cx="6852642" cy="6858000"/>
          </a:xfrm>
          <a:prstGeom prst="rect">
            <a:avLst/>
          </a:prstGeom>
        </p:spPr>
      </p:pic>
      <p:sp>
        <p:nvSpPr>
          <p:cNvPr id="2" name="Title 1">
            <a:extLst>
              <a:ext uri="{FF2B5EF4-FFF2-40B4-BE49-F238E27FC236}">
                <a16:creationId xmlns:a16="http://schemas.microsoft.com/office/drawing/2014/main" id="{DA96837A-DF6D-A548-8DE5-76B56C196E59}"/>
              </a:ext>
            </a:extLst>
          </p:cNvPr>
          <p:cNvSpPr>
            <a:spLocks noGrp="1"/>
          </p:cNvSpPr>
          <p:nvPr>
            <p:ph type="title"/>
          </p:nvPr>
        </p:nvSpPr>
        <p:spPr>
          <a:xfrm>
            <a:off x="799315" y="3782292"/>
            <a:ext cx="9905998" cy="1905000"/>
          </a:xfrm>
        </p:spPr>
        <p:txBody>
          <a:bodyPr>
            <a:normAutofit/>
          </a:bodyPr>
          <a:lstStyle/>
          <a:p>
            <a:r>
              <a:rPr lang="en-US" cap="none" dirty="0"/>
              <a:t>every</a:t>
            </a:r>
            <a:r>
              <a:rPr lang="en-US" dirty="0"/>
              <a:t> </a:t>
            </a:r>
            <a:r>
              <a:rPr lang="en-US" sz="5400" b="1" dirty="0"/>
              <a:t>TEAM</a:t>
            </a:r>
            <a:r>
              <a:rPr lang="en-US" dirty="0"/>
              <a:t> </a:t>
            </a:r>
            <a:r>
              <a:rPr lang="en-US" cap="none" dirty="0"/>
              <a:t>has</a:t>
            </a:r>
            <a:r>
              <a:rPr lang="en-US" dirty="0"/>
              <a:t> </a:t>
            </a:r>
            <a:r>
              <a:rPr lang="en-US" sz="5400" b="1" dirty="0"/>
              <a:t>TEMPERAMENTS</a:t>
            </a:r>
          </a:p>
        </p:txBody>
      </p:sp>
    </p:spTree>
    <p:extLst>
      <p:ext uri="{BB962C8B-B14F-4D97-AF65-F5344CB8AC3E}">
        <p14:creationId xmlns:p14="http://schemas.microsoft.com/office/powerpoint/2010/main" val="723566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8BD91-9AAA-074E-A929-940140440C3D}"/>
              </a:ext>
            </a:extLst>
          </p:cNvPr>
          <p:cNvSpPr>
            <a:spLocks noGrp="1"/>
          </p:cNvSpPr>
          <p:nvPr>
            <p:ph type="title"/>
          </p:nvPr>
        </p:nvSpPr>
        <p:spPr>
          <a:xfrm>
            <a:off x="1143001" y="2476500"/>
            <a:ext cx="9905998" cy="1905000"/>
          </a:xfrm>
        </p:spPr>
        <p:txBody>
          <a:bodyPr>
            <a:noAutofit/>
          </a:bodyPr>
          <a:lstStyle/>
          <a:p>
            <a:r>
              <a:rPr lang="en-US" cap="none" dirty="0"/>
              <a:t>Without co-operation real success is impossible. We can only do so much by ourselves. </a:t>
            </a:r>
            <a:br>
              <a:rPr lang="en-US" cap="none" dirty="0"/>
            </a:br>
            <a:br>
              <a:rPr lang="en-US" cap="none" dirty="0"/>
            </a:br>
            <a:r>
              <a:rPr lang="en-US" cap="none" dirty="0"/>
              <a:t>By channeling efforts, talents and resources of other people, we can not only succeed faster and easier but also help them utilize their God given abilities.</a:t>
            </a:r>
            <a:br>
              <a:rPr lang="en-US" cap="none" dirty="0"/>
            </a:br>
            <a:br>
              <a:rPr lang="en-US" cap="none" dirty="0"/>
            </a:br>
            <a:r>
              <a:rPr lang="en-US" cap="none" dirty="0"/>
              <a:t> Only by doing so can we become all that we can be in this life which is very short in reality.</a:t>
            </a:r>
          </a:p>
        </p:txBody>
      </p:sp>
    </p:spTree>
    <p:extLst>
      <p:ext uri="{BB962C8B-B14F-4D97-AF65-F5344CB8AC3E}">
        <p14:creationId xmlns:p14="http://schemas.microsoft.com/office/powerpoint/2010/main" val="1560491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1F70D25-6160-4F45-B175-852AEB1ACA99}"/>
              </a:ext>
            </a:extLst>
          </p:cNvPr>
          <p:cNvPicPr>
            <a:picLocks noChangeAspect="1"/>
          </p:cNvPicPr>
          <p:nvPr/>
        </p:nvPicPr>
        <p:blipFill>
          <a:blip r:embed="rId3">
            <a:alphaModFix amt="20000"/>
          </a:blip>
          <a:stretch>
            <a:fillRect/>
          </a:stretch>
        </p:blipFill>
        <p:spPr>
          <a:xfrm flipH="1">
            <a:off x="4914116" y="-38100"/>
            <a:ext cx="6852642" cy="6858000"/>
          </a:xfrm>
          <a:prstGeom prst="rect">
            <a:avLst/>
          </a:prstGeom>
        </p:spPr>
      </p:pic>
      <p:sp>
        <p:nvSpPr>
          <p:cNvPr id="2" name="Title 1">
            <a:extLst>
              <a:ext uri="{FF2B5EF4-FFF2-40B4-BE49-F238E27FC236}">
                <a16:creationId xmlns:a16="http://schemas.microsoft.com/office/drawing/2014/main" id="{233D51DB-3FE1-D84C-9FB7-3959F2FDE7D0}"/>
              </a:ext>
            </a:extLst>
          </p:cNvPr>
          <p:cNvSpPr>
            <a:spLocks noGrp="1"/>
          </p:cNvSpPr>
          <p:nvPr>
            <p:ph type="ctrTitle"/>
          </p:nvPr>
        </p:nvSpPr>
        <p:spPr>
          <a:xfrm>
            <a:off x="-845942" y="838200"/>
            <a:ext cx="11187953" cy="5562600"/>
          </a:xfrm>
        </p:spPr>
        <p:txBody>
          <a:bodyPr>
            <a:normAutofit/>
          </a:bodyPr>
          <a:lstStyle/>
          <a:p>
            <a:r>
              <a:rPr lang="en-US" sz="20000" b="1" dirty="0"/>
              <a:t>TEAM</a:t>
            </a:r>
          </a:p>
        </p:txBody>
      </p:sp>
    </p:spTree>
    <p:extLst>
      <p:ext uri="{BB962C8B-B14F-4D97-AF65-F5344CB8AC3E}">
        <p14:creationId xmlns:p14="http://schemas.microsoft.com/office/powerpoint/2010/main" val="18520941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Mesh</Template>
  <TotalTime>665</TotalTime>
  <Words>295</Words>
  <Application>Microsoft Macintosh PowerPoint</Application>
  <PresentationFormat>Widescreen</PresentationFormat>
  <Paragraphs>39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Century Gothic</vt:lpstr>
      <vt:lpstr>Mesh</vt:lpstr>
      <vt:lpstr>PowerPoint Presentation</vt:lpstr>
      <vt:lpstr>TEAM</vt:lpstr>
      <vt:lpstr>I am only one but I am one I cannot do everything but I can do some thing and I will not let what I cannot do interfere with what I can do. – Edward Hale   </vt:lpstr>
      <vt:lpstr>TEAM</vt:lpstr>
      <vt:lpstr>T E A m</vt:lpstr>
      <vt:lpstr>Teamwork is the ability to work together toward a common vision. The ability to direct individual accomplishments toward organizational objectives. It is the fuel that allows common people to attain uncommon results. - Andrew Carnegie    </vt:lpstr>
      <vt:lpstr>   Teamwork makes the Dreamwork   </vt:lpstr>
      <vt:lpstr>PowerPoint Presentation</vt:lpstr>
      <vt:lpstr>   There is ONE TEAM  with invisible leadership  and it is made up of humble and hungry hearts.    </vt:lpstr>
      <vt:lpstr>every TEAM has TEMPERAMENTS</vt:lpstr>
      <vt:lpstr>Without co-operation real success is impossible. We can only do so much by ourselves.   By channeling efforts, talents and resources of other people, we can not only succeed faster and easier but also help them utilize their God given abilities.   Only by doing so can we become all that we can be in this life which is very short in reality.</vt:lpstr>
      <vt:lpstr>TEAM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dc:title>
  <dc:creator>James Doss</dc:creator>
  <cp:lastModifiedBy>James Doss</cp:lastModifiedBy>
  <cp:revision>17</cp:revision>
  <dcterms:created xsi:type="dcterms:W3CDTF">2021-01-29T23:48:08Z</dcterms:created>
  <dcterms:modified xsi:type="dcterms:W3CDTF">2021-03-14T02:48:22Z</dcterms:modified>
</cp:coreProperties>
</file>